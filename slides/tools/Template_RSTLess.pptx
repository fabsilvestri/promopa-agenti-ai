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Nuni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ato-bold.fntdata"/><Relationship Id="rId10" Type="http://schemas.openxmlformats.org/officeDocument/2006/relationships/font" Target="fonts/Lato-regular.fntdata"/><Relationship Id="rId13" Type="http://schemas.openxmlformats.org/officeDocument/2006/relationships/font" Target="fonts/Lato-boldItalic.fntdata"/><Relationship Id="rId12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Medium-bold.fntdata"/><Relationship Id="rId14" Type="http://schemas.openxmlformats.org/officeDocument/2006/relationships/font" Target="fonts/NunitoMedium-regular.fntdata"/><Relationship Id="rId17" Type="http://schemas.openxmlformats.org/officeDocument/2006/relationships/font" Target="fonts/NunitoMedium-boldItalic.fntdata"/><Relationship Id="rId16" Type="http://schemas.openxmlformats.org/officeDocument/2006/relationships/font" Target="fonts/Nuni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47d7ca8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b47d7ca8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47d7ca8e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47d7ca8e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47d7ca8e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47d7ca8e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7d7ca8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7d7ca8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564050"/>
            <a:ext cx="9144000" cy="3066000"/>
          </a:xfrm>
          <a:prstGeom prst="rect">
            <a:avLst/>
          </a:prstGeom>
          <a:solidFill>
            <a:srgbClr val="E7ED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651475"/>
            <a:ext cx="2568950" cy="1000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0" y="155475"/>
            <a:ext cx="7218000" cy="0"/>
          </a:xfrm>
          <a:prstGeom prst="straightConnector1">
            <a:avLst/>
          </a:prstGeom>
          <a:noFill/>
          <a:ln cap="flat" cmpd="sng" w="19050">
            <a:solidFill>
              <a:srgbClr val="82243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2"/>
          <p:cNvSpPr txBox="1"/>
          <p:nvPr>
            <p:ph type="title"/>
          </p:nvPr>
        </p:nvSpPr>
        <p:spPr>
          <a:xfrm>
            <a:off x="0" y="564050"/>
            <a:ext cx="9144000" cy="1806000"/>
          </a:xfrm>
          <a:prstGeom prst="rect">
            <a:avLst/>
          </a:prstGeom>
        </p:spPr>
        <p:txBody>
          <a:bodyPr anchorCtr="0" anchor="b" bIns="180000" lIns="180000" spcFirstLastPara="1" rIns="180000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0" y="2370050"/>
            <a:ext cx="9144000" cy="12600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82243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2"/>
          <p:cNvSpPr/>
          <p:nvPr>
            <p:ph idx="2" type="pic"/>
          </p:nvPr>
        </p:nvSpPr>
        <p:spPr>
          <a:xfrm>
            <a:off x="2809375" y="3888000"/>
            <a:ext cx="544800" cy="52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" name="Google Shape;21;p2"/>
          <p:cNvSpPr/>
          <p:nvPr>
            <p:ph idx="3" type="pic"/>
          </p:nvPr>
        </p:nvSpPr>
        <p:spPr>
          <a:xfrm>
            <a:off x="6046625" y="3888000"/>
            <a:ext cx="544800" cy="52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" name="Google Shape;22;p2"/>
          <p:cNvSpPr txBox="1"/>
          <p:nvPr>
            <p:ph idx="4" type="body"/>
          </p:nvPr>
        </p:nvSpPr>
        <p:spPr>
          <a:xfrm>
            <a:off x="3546550" y="39032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5" type="body"/>
          </p:nvPr>
        </p:nvSpPr>
        <p:spPr>
          <a:xfrm>
            <a:off x="6591425" y="38913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698075"/>
            <a:ext cx="9144000" cy="1759200"/>
          </a:xfrm>
          <a:prstGeom prst="rect">
            <a:avLst/>
          </a:prstGeom>
          <a:solidFill>
            <a:srgbClr val="E7EDF3">
              <a:alpha val="7987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0" y="2469775"/>
            <a:ext cx="9144000" cy="2210100"/>
          </a:xfrm>
          <a:prstGeom prst="rect">
            <a:avLst/>
          </a:prstGeom>
        </p:spPr>
        <p:txBody>
          <a:bodyPr anchorCtr="0" anchor="t" bIns="90000" lIns="180000" spcFirstLastPara="1" rIns="180000" wrap="square" tIns="1800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0" y="698075"/>
            <a:ext cx="9144000" cy="1759200"/>
          </a:xfrm>
          <a:prstGeom prst="rect">
            <a:avLst/>
          </a:prstGeom>
        </p:spPr>
        <p:txBody>
          <a:bodyPr anchorCtr="0" anchor="ctr" bIns="180000" lIns="180000" spcFirstLastPara="1" rIns="180000" wrap="square" tIns="914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31" name="Google Shape;31;p4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4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80000" y="1134300"/>
            <a:ext cx="8784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due colonne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37" name="Google Shape;37;p5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5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80000" y="1134300"/>
            <a:ext cx="4392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572000" y="1134300"/>
            <a:ext cx="4392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44" name="Google Shape;44;p6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6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6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810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810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4pPr>
            <a:lvl5pPr indent="-3810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5pPr>
            <a:lvl6pPr indent="-3810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6pPr>
            <a:lvl7pPr indent="-3810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7pPr>
            <a:lvl8pPr indent="-3810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8pPr>
            <a:lvl9pPr indent="-3810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4513500"/>
            <a:ext cx="630000" cy="630000"/>
          </a:xfrm>
          <a:prstGeom prst="rtTriangle">
            <a:avLst/>
          </a:prstGeom>
          <a:solidFill>
            <a:srgbClr val="E7EDF3"/>
          </a:solidFill>
          <a:ln cap="flat" cmpd="sng" w="9525">
            <a:solidFill>
              <a:srgbClr val="E7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5139" l="5887" r="69915" t="18230"/>
          <a:stretch/>
        </p:blipFill>
        <p:spPr>
          <a:xfrm>
            <a:off x="-12" y="4783500"/>
            <a:ext cx="316288" cy="3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2664000" y="4680000"/>
            <a:ext cx="59352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Project name and/or date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Google Shape;12;p1"/>
          <p:cNvCxnSpPr/>
          <p:nvPr/>
        </p:nvCxnSpPr>
        <p:spPr>
          <a:xfrm flipH="1" rot="10800000">
            <a:off x="2664000" y="4680000"/>
            <a:ext cx="6480000" cy="4500"/>
          </a:xfrm>
          <a:prstGeom prst="straightConnector1">
            <a:avLst/>
          </a:prstGeom>
          <a:noFill/>
          <a:ln cap="flat" cmpd="sng" w="19050">
            <a:solidFill>
              <a:srgbClr val="82243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0" y="564050"/>
            <a:ext cx="9144000" cy="1806000"/>
          </a:xfrm>
          <a:prstGeom prst="rect">
            <a:avLst/>
          </a:prstGeom>
        </p:spPr>
        <p:txBody>
          <a:bodyPr anchorCtr="0" anchor="b" bIns="180000" lIns="180000" spcFirstLastPara="1" rIns="180000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idx="1" type="subTitle"/>
          </p:nvPr>
        </p:nvSpPr>
        <p:spPr>
          <a:xfrm>
            <a:off x="0" y="2370050"/>
            <a:ext cx="9144000" cy="12600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8"/>
          <p:cNvSpPr/>
          <p:nvPr>
            <p:ph idx="2" type="pic"/>
          </p:nvPr>
        </p:nvSpPr>
        <p:spPr>
          <a:xfrm>
            <a:off x="2809375" y="3888000"/>
            <a:ext cx="544800" cy="527400"/>
          </a:xfrm>
          <a:prstGeom prst="ellipse">
            <a:avLst/>
          </a:prstGeom>
        </p:spPr>
      </p:sp>
      <p:sp>
        <p:nvSpPr>
          <p:cNvPr id="56" name="Google Shape;56;p8"/>
          <p:cNvSpPr/>
          <p:nvPr>
            <p:ph idx="3" type="pic"/>
          </p:nvPr>
        </p:nvSpPr>
        <p:spPr>
          <a:xfrm>
            <a:off x="6046625" y="3888000"/>
            <a:ext cx="544800" cy="527400"/>
          </a:xfrm>
          <a:prstGeom prst="ellipse">
            <a:avLst/>
          </a:prstGeom>
        </p:spPr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3546550" y="39032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8"/>
          <p:cNvSpPr txBox="1"/>
          <p:nvPr>
            <p:ph idx="5" type="body"/>
          </p:nvPr>
        </p:nvSpPr>
        <p:spPr>
          <a:xfrm>
            <a:off x="6591425" y="38913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idx="1" type="body"/>
          </p:nvPr>
        </p:nvSpPr>
        <p:spPr>
          <a:xfrm>
            <a:off x="0" y="2059925"/>
            <a:ext cx="9144000" cy="2210100"/>
          </a:xfrm>
          <a:prstGeom prst="rect">
            <a:avLst/>
          </a:prstGeom>
        </p:spPr>
        <p:txBody>
          <a:bodyPr anchorCtr="0" anchor="t" bIns="90000" lIns="180000" spcFirstLastPara="1" rIns="180000" wrap="square" tIns="1800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9"/>
          <p:cNvSpPr txBox="1"/>
          <p:nvPr>
            <p:ph type="title"/>
          </p:nvPr>
        </p:nvSpPr>
        <p:spPr>
          <a:xfrm>
            <a:off x="0" y="698075"/>
            <a:ext cx="9144000" cy="1759200"/>
          </a:xfrm>
          <a:prstGeom prst="rect">
            <a:avLst/>
          </a:prstGeom>
        </p:spPr>
        <p:txBody>
          <a:bodyPr anchorCtr="0" anchor="ctr" bIns="180000" lIns="180000" spcFirstLastPara="1" rIns="180000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180000" y="1134300"/>
            <a:ext cx="8784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0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STLes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272822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